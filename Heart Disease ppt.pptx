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72" d="100"/>
          <a:sy n="72" d="100"/>
        </p:scale>
        <p:origin x="6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GB&amp;assetid=WA200003233&amp;isWac=True&amp;ui=en-US&amp;ad=GB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344443"/>
                  </p:ext>
                </p:extLst>
              </p:nvPr>
            </p:nvGraphicFramePr>
            <p:xfrm>
              <a:off x="0" y="0"/>
              <a:ext cx="12192000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https://pages.store.office.com/addinsinstallpage.aspx?rs=en-GB&amp;assetid=WA200003233&amp;isWac=True&amp;ui=en-US&amp;ad=GB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5879866a-9413-477e-aab6-88668c46543b}">
  <we:reference id="WA200003233" version="2.0.0.3" store="en-GB" storeType="OMEX"/>
  <we:alternateReferences/>
  <we:properties>
    <we:property name="Microsoft.Office.CampaignId" value="&quot;none&quot;"/>
    <we:property name="reportUrl" value="&quot;/groups/me/reports/251d464d-af91-46bc-9304-dba1794a3d55/568cbc20003b98993d10?bookmarkGuid=9e73715d-604a-428d-bd91-68111c88787e&amp;bookmarkUsage=1&amp;ctid=b34ce837-9e31-4112-8823-7a983c932975&amp;fromEntryPoint=export&quot;"/>
    <we:property name="reportState" value="&quot;CONNECTED&quot;"/>
    <we:property name="artifactViewState" value="&quot;live&quot;"/>
    <we:property name="reportEmbeddedTime" value="&quot;2024-10-17T11:01:47.681Z&quot;"/>
    <we:property name="creatorSessionId" value="&quot;aa04c62b-cf6c-4680-bde6-8e0ed3b4b6aa&quot;"/>
    <we:property name="creatorUserId" value="&quot;10032003E0E15866&quot;"/>
    <we:property name="creatorTenantId" value="&quot;b34ce837-9e31-4112-8823-7a983c932975&quot;"/>
    <we:property name="pageDisplayName" value="&quot;Dashboard&quot;"/>
    <we:property name="pageName" value="&quot;568cbc20003b98993d10&quot;"/>
    <we:property name="reportName" value="&quot;Heart_Disease_Diagnostic_Dashboard&quot;"/>
    <we:property name="isVisualContainerHeaderHidden" value="false"/>
    <we:property name="isFiltersActionButtonVisible" value="true"/>
    <we:property name="initialStateBookmark" value="&quot;H4sIAAAAAAAAA+1a62/bNhD/VwQBQzfAGPgQJbHf0vQxoEsbJEUxYAiGI3mx1ciioUebLPD/vpPktmlrV5nnJOrgT7ZI6t6/4/Go69Bl1SKHq1cwx/Bx+MT7izmUFwEPJ2GxGnv9+uXRwcnLv14dHD2jYb+oM19U4ePrsIZyivXbrGogbynQ4J9nkxDy/Bim7dM55BVOwgWWlS8gz/7GfjFN1WWDy0mIl4vcl9CSPK2hxpbse1pOz8Sb/yqJI9g6e4+naOt+VMWpNVYwxqTRqdbScUbLqn5BJ9naJS3pjv2hL2rICmLTjgmmJUPDBKSxYQ5dHIl2/DzL69USc/XsclGSdqTz1aK1yoF7D4VFF3YqlFj1El+HB9NpiVOoV4/Pvpg89HkzXzN+6pvS4gmed1NFndVXxOM3hLIOnmYVQoWBgxrCJZnsuPRk0G7FwRS7oedNsTIObx9n/sNhiWRNFz5my8nIhD7FspkHduZzrMjAPt+JCkfErylxd2J+ueKERAl+/umXcPz2rWeQg519ZdXoW8HPaKTKimm+QuVngLzp9bFQutUU4d68I4C1cKDXfOmwfHLVIeJpVn6Epph8pcPDo4G0pCEVI7c2SQS6NEq04yC7fPBd9asZ0O8Xmre0gEc2xliZREudOhVZobemlSSxNkay2MWxspESqRiklc0pu35LK3UMRAyOC9Caacu4gm1pCcElKcl5woVhiUyAmW11jK0xTiqmhQKhmJIiGbbXBrlk5CyI1AkHVrMEGTN2kFaNl7Xxl99SMwotRxM5w2wSp5KlsR7M/IcEn6kvM9uhAu80ol9gQThbk3MGoVvlmaU3b6oczpG26/ZPx6pVadGzyrCf966bxk7j6/D3jKzQ034LedOSffSU3nD+Q/GIhPoIrn5/JrHf3diBuzeqjsudWeVs2WNbxE5IYRMZi4iBkmk0Ki++6cqkvRc3WKX3otFJlCY8YZjGShrDWGujEXnxcEblSnBMdWPQeWfvzgHz9H6NkHENJtK0KdEGpRLD+Kj8+hyqmpwWmNx7F1TNFPYJ91Ym+ojbmEsdM2008jSho5ZRo/IvVYXBi9I3i71XNxum9yU68l8sQdMWykELsICDvhzHoefGHvu5/FffO6yNoo57GHG+B4mHkWj7EsnmTdtFQNeLdDgjVrc8rfKvT6t35vbWqvfJ+KaDl2cbUsvKv1d3W6NP7iNxJU65c4ZSmiiV1jCh3fARYJ+4dlH0/mj5wkD5b3LEw3a0NgXHw2B6U4kPVCtIg6DBpYoxSBX/cRvobKsG7/30yEeNvP9vG7yyUJMT1qaNtSj8owv0hw/kHp5MMSWsEMJoGbM4tozbUZ3QblEdjyOkTvDmObij2F45DUbY+Kr8wZivS8Q5LG4V7j2Te+j0ppFMksgwYJgiSsulGD6f3qfJg9e5WyBcBJ/24fEH9bgL0P/QO6/BXqA7oFf2Bd/uwrlHolVJJGljEUppZRLhnBju1u/j/W7Lq53L0lZQVYXzDLYBoPNFU++htwvbr9qznNlUmxSccUmaOBs7uT3odi3xq2ZusAz8eXAE73wZvCWSmFf7HfBHbI3uoXibwD7rLm+W62+HfFNXC7B4DAWuuSWioAEqbt3q/6abou4Lyq6D3Po2M/nQ1VL7XeWnS6Xl8h/1LAgH4ikAAA==&quot;"/>
    <we:property name="bookmark" value="&quot;H4sIAAAAAAAAA+1aWW/bRhD+KwSBIi0gFHtwudy8Oc7RhyY14iAoUPhhdncsMaa4Ao/ErqH/3iGpJE4iRa4q20yhJ4t7zM71zczO+jr2eb0o4OoVzDF+HD8J4WIO1UXE40lcDmM+AQVgmHUWtGSZQJA0GxZNHso6fnwdN1BNsXmb1y0UHSEa/OtsEkNRnMC0+zqHosZJvMCqDiUU+d84LKappmpxOYnxclGECjqSpw002JF9T8vpm1jgv3Yngmvy93iKrhlGVZo56wRjTFqTGSM9Z7SsHhb0nK1d0pHujz8OZQN5Scd0Y4IZydAyAVlqmUefJqIbP8+LZrXEXj27XFQkHcl8teiUc+TfQ+nQx70IFdYDx9fx0XRa4RSa1eezLyaPQ9HO14yfhrZy+BrP+6myyZsrOuM3hKqJnuY1Qo2RhwbiJanspAqk0H7F0RT7oedtuVIO7z5n4cNxhaRNHz9my8nImD7Fqp1HbhYKrEnBodiLCC/pvLbC/bH55YrXxEr080+/xOPXbzODAtzsK60m3zJ+RiN1Xk6LFSo/A+TNII+Dyq+mCPf2HQGsgwNtC5XH6slVj4inefURmmLylQwPjwaSkoZUitw5rQX6LNHGc5B9PPiu+PUM6O8Xkne0gCcuxVRZbaTJvEqcMDvT0jo11kqW+jRVLlEiE1tp5XOKrt/SyjwDkYLnAoxhxjGuYFdaQnBJQnKuubBMSw3M7ipj6qz1UjEjFAjFlBR6u7428CUT70BkXnhwhmlklJ220mrwsrHh8ltqVqHjaBNvmdNpRjkuNVsj/zHBZxqq3PWowDv16BdYEs7WxJyt0K2L3NHOmyLHc6R03f3oj+pEWgxH5TjMB99PYy/xdfx7TloYaL+Fou3IPnpKO3z4UD4ipj6Ca8jPxPa7Gxm431H3p9yZVs6WA7ZF6oUUTstUJAyUzJJRWfFNXyYdrLhBK4MVrdFJprlmmKVKWstYp6MRWfF4RuVKdEJ1Y9Rb52DOLeoZ7Jog4wZsYigpUYJS2jI+Krs+h7oho0W2CMFHdTuFQ8C9lYo+4jbl0qTMWIM803TVsmpU9qWqMHpRhXZxsOpmxQy2RE/2SyUYSqEcjAAHuNWW47j03Mixn8t/9b3L2ijquIdh53uQeBiOdi+RXNF2XQT0A0vHMzrqlrdV/vVt9c7M3mn1Pg++aeDl2YbQsrLv1d3W6JP7CFzaK3/OUEqbZNJZJozffgU4BK59FL0/WrywUP2bGPGwHa1NzvEwmN5U4gPVCtIiGPCZYgwyxX/cBjrbqcF7Pz3yUSPv/9sGrx00ZIS1YWMtCv/sHf3hHXmAJ1NMCSeEsEamLE0d425UN7RbVMfjcKnXePMe3FPsnpy2etj4qvytPt9UiHNY3Mrdh0PuodObJVLrxDJgmCFKx6XYfj+9T5VHfxR+gXARfcrD43fqcReg/6F33oC7QH9EWw4F3/7ceUCiUzqRlFiEUkZZLbwX27v1B3+/2/Jq77x0FVRd4zyHXQDoQ9k2B+jtQ/er9ixnLjM2A2+9zrR3qZe7g27fHL9q5xarKJxHL+FdqKK3RBKL+pABf8TW6AGKt3Hss/7xZrn+dSi0Tb0AhydQ4ppXInIaoOLWr35veinq/4Py0yPRcvkPfZskarkpAAA=&quot;"/>
    <we:property name="datasetId" value="&quot;64292912-610c-4c97-acd0-8dda374376f0&quot;"/>
    <we:property name="embedUrl" value="&quot;/reportEmbed?reportId=251d464d-af91-46bc-9304-dba1794a3d55&amp;config=eyJjbHVzdGVyVXJsIjoiaHR0cHM6Ly9XQUJJLUlORElBLUNFTlRSQUwtQS1QUklNQVJZLXJlZGlyZWN0LmFuYWx5c2lzLndpbmRvd3MubmV0IiwiZW1iZWRGZWF0dXJlcyI6eyJ1c2FnZU1ldHJpY3NWTmV4dCI6dHJ1ZX19&amp;disableSensitivityBanner=true&quot;"/>
    <we:property name="backgroundColor" value="&quot;#00000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1508</TotalTime>
  <Words>85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Abhishek Verma</cp:lastModifiedBy>
  <cp:revision>3</cp:revision>
  <dcterms:created xsi:type="dcterms:W3CDTF">2018-06-07T21:39:02Z</dcterms:created>
  <dcterms:modified xsi:type="dcterms:W3CDTF">2024-10-17T11:07:59Z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